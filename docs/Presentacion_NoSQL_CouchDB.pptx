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ABP — UT4 ACCESO A DATOS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 NoSQL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CouchDB + Flutter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Oficial de Excusas de Mancos y Ragequits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  </a:t>
            </a:r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</a:t>
            </a:r>
            <a:pPr indent="0" marL="0">
              <a:buNone/>
            </a:pPr>
            <a:r>
              <a:rPr lang="en-US" sz="18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 </a:t>
            </a:r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CIFP Villa de Agüimes  ·  2º DAM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A0F2E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· 12 minutos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25780" y="164592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DD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" y="1645920"/>
            <a:ext cx="2606040" cy="5486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 5"/>
          <p:cNvSpPr/>
          <p:nvPr/>
        </p:nvSpPr>
        <p:spPr>
          <a:xfrm>
            <a:off x="52578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08660" y="2560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 Qué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34747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5F2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" y="4389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8660" y="4663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60420" y="164592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DD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0420" y="1645920"/>
            <a:ext cx="260604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336042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43300" y="2560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931920" y="34747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5F2FF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43300" y="4389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43300" y="4663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95060" y="164592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DD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95060" y="1645920"/>
            <a:ext cx="260604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619506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77940" y="2560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766560" y="34747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5F2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77940" y="4389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77940" y="4663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 + David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029700" y="164592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DD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29700" y="1645920"/>
            <a:ext cx="2606040" cy="548640"/>
          </a:xfrm>
          <a:prstGeom prst="rect">
            <a:avLst/>
          </a:prstGeom>
          <a:solidFill>
            <a:srgbClr val="1A0F2E"/>
          </a:solidFill>
          <a:ln/>
        </p:spPr>
      </p:sp>
      <p:sp>
        <p:nvSpPr>
          <p:cNvPr id="31" name="Text 29"/>
          <p:cNvSpPr/>
          <p:nvPr/>
        </p:nvSpPr>
        <p:spPr>
          <a:xfrm>
            <a:off x="902970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212580" y="2560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9601200" y="34747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5F2FF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12580" y="4389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12580" y="4663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El Por Qué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CouchDB en una palabra: 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Relax.</a:t>
            </a:r>
            <a:endParaRPr lang="en-US" sz="9600" dirty="0"/>
          </a:p>
        </p:txBody>
      </p:sp>
      <p:sp>
        <p:nvSpPr>
          <p:cNvPr id="9" name="Shape 7"/>
          <p:cNvSpPr/>
          <p:nvPr/>
        </p:nvSpPr>
        <p:spPr>
          <a:xfrm>
            <a:off x="365760" y="393192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2A1B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14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JSON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dato es un objeto JSON autocontenido. Sin tablas, sin esquema rígido.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393192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2A1B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4114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480560" y="4846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 nativa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5349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bidireccional entre nodos. Trabajo offline real.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393192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2A1B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4114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412480" y="4846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pura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5349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interacción es HTTP. Compatible con cualquier cliente moderno.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A0F2E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Teorema CAP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CouchDB elige Disponibilidad y Tolerancia a Particiones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 las tres garantías clásicas, en un sistema distribuido solo se pueden tener dos al mismo tiempo."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2560320"/>
            <a:ext cx="1371600" cy="1371600"/>
          </a:xfrm>
          <a:prstGeom prst="ellipse">
            <a:avLst/>
          </a:prstGeom>
          <a:solidFill>
            <a:srgbClr val="E5E5E5"/>
          </a:solidFill>
          <a:ln w="2540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560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1691640" y="4389120"/>
            <a:ext cx="1371600" cy="1371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4389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800600" y="4389120"/>
            <a:ext cx="1371600" cy="1371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4389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Particiones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017520" y="589788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5897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CouchDB = AP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8080" y="237744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eventual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80960" y="31089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sigue respondiendo aunque haya fallos de red.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una partición, los nodos sincronizan sus cambios y, si dos clientes han escrito a la vez, CouchDB conserva ambas versiones marcando una como ganadora y la otra como conflicto.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Pensado para apps offline-first.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Caso de uso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CouchDB y no MySQL?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2A1B4A"/>
          </a:solidFill>
          <a:ln w="25400">
            <a:solidFill>
              <a:srgbClr val="8B7B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5303520" cy="640080"/>
          </a:xfrm>
          <a:prstGeom prst="rect">
            <a:avLst/>
          </a:prstGeom>
          <a:solidFill>
            <a:srgbClr val="8B7BB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03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(relacional)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rígido: todas las filas tienen las mismas columnas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costosas para añadir un campo nuevo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Forzar incidentes heterogéneos a una tabla común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necesarios para datos relacionados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2A1B4A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03120"/>
            <a:ext cx="5303520" cy="6400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103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CouchDB (documental)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29718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JSON tiene los campos que necesita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un campo: simplemente se añade, sin migración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manco es radicalmente distinto del anterior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relacionados embebidos en el propio documento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A0F2E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El Modelo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manco = un documento JSON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normalizar. Sin tablas. Todo lo que define al incidente vive en un único documento.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6858000" cy="4297680"/>
          </a:xfrm>
          <a:prstGeom prst="roundRect">
            <a:avLst>
              <a:gd name="adj" fmla="val 1702"/>
            </a:avLst>
          </a:prstGeom>
          <a:solidFill>
            <a:srgbClr val="1A0F2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31720"/>
            <a:ext cx="6492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"_id": "manco_007",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"_rev": "1-a3f...",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"gamertag": "HitBoxDenier",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"juego_jugado": "Elden Ring",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"plataforma": "PC",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"nivel_de_rageo": 10,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"excusa_ridicula": "Malenia tiene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hitboxes inventadas",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"perifericos_destruidos":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"mando Xbox Elite",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"monitor 144Hz"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"ping_falso_alegado": 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"ping_real": 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"reincidente": true,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"coste_estimado_destrozos_eur": 420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19456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clave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0" y="292608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del documento.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_rev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revisión. Cambia con cada modificación.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Multi-Version Concurrency Control: control de versiones obligatorio para evitar sobreescrituras concurrentes.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Arquitectura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piezas, un solo flujo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51560" y="2743200"/>
            <a:ext cx="2743200" cy="2377440"/>
          </a:xfrm>
          <a:prstGeom prst="roundRect">
            <a:avLst>
              <a:gd name="adj" fmla="val 5769"/>
            </a:avLst>
          </a:prstGeom>
          <a:solidFill>
            <a:srgbClr val="2A1B4A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23444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3444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CRUD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3931920"/>
            <a:ext cx="822960" cy="0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9160" y="2743200"/>
            <a:ext cx="2743200" cy="2377440"/>
          </a:xfrm>
          <a:prstGeom prst="roundRect">
            <a:avLst>
              <a:gd name="adj" fmla="val 5769"/>
            </a:avLst>
          </a:prstGeom>
          <a:solidFill>
            <a:srgbClr val="2A1B4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↔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9204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9204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puerto 5984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98080" y="3931920"/>
            <a:ext cx="82296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66760" y="2743200"/>
            <a:ext cx="2743200" cy="2377440"/>
          </a:xfrm>
          <a:prstGeom prst="roundRect">
            <a:avLst>
              <a:gd name="adj" fmla="val 5769"/>
            </a:avLst>
          </a:prstGeom>
          <a:solidFill>
            <a:srgbClr val="2A1B4A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🗄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54964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CouchDB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54964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Docker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estricta de capas: el servicio Dart no depende de Flutter, así puede reutilizarse en consola, servidor o tests sin cambios.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8400" dirty="0"/>
          </a:p>
        </p:txBody>
      </p:sp>
      <p:sp>
        <p:nvSpPr>
          <p:cNvPr id="7" name="Shape 5"/>
          <p:cNvSpPr/>
          <p:nvPr/>
        </p:nvSpPr>
        <p:spPr>
          <a:xfrm>
            <a:off x="4709160" y="3566160"/>
            <a:ext cx="27432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 ·  Mango Query  ·  Vista MapReduce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  ·  Ancor + David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A0F2E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CRUD en Flutter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operaciones, mapeadas a HTTP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DD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020824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20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828800" y="192024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08960" y="192024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/mancos_ragequits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192024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manco. CouchDB devuelve _id y _rev nuevos.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871216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DD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971800"/>
            <a:ext cx="640080" cy="64008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828800" y="2871216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08960" y="2871216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/_all_docs?include_docs=true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2871216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todos los documentos en una sola petición.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822192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DD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922776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922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828800" y="3822192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108960" y="382219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/mancos_ragequits/{_id}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382219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Actualiza. Requiere _rev actual o devuelve 409 Conflict.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4773168"/>
            <a:ext cx="10698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DD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873752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873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828800" y="4773168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108960" y="4773168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/{_id}?rev={_rev}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4773168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Elimina. El _rev va en la query string.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20" y="608076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1A0F2E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6080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Magia de CouchDB: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_rev es obligatorio en Update y Delete. Sin él, 409 Conflict. Es MVCC en acción.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Consulta Estrella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 Query · caza al manco peligroso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6400800" cy="4572000"/>
          </a:xfrm>
          <a:prstGeom prst="roundRect">
            <a:avLst>
              <a:gd name="adj" fmla="val 1600"/>
            </a:avLst>
          </a:prstGeom>
          <a:solidFill>
            <a:srgbClr val="2A1B4A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57400"/>
            <a:ext cx="60350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"selector":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"$and":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"reincidente": { "$eq": true }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"$or":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"nivel_de_rageo": { "$gte": 8 }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"partidas_abandonadas_ultimo_mes":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 "$gt": 10 }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"ping_falso_alegado": { "$gte": 100 }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"perifericos_destruidos":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"$elemMatch":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"$regex": "(?i)mando|teclado"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1920240"/>
            <a:ext cx="4023360" cy="4572000"/>
          </a:xfrm>
          <a:prstGeom prst="roundRect">
            <a:avLst>
              <a:gd name="adj" fmla="val 1818"/>
            </a:avLst>
          </a:prstGeom>
          <a:solidFill>
            <a:srgbClr val="2A1B4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en juego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varias condiciones obligatorias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 varias debe cumplirse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$gte / $gt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 numéricas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0960" y="4526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$elemMatch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dentro de un array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$regex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0" y="5440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insensible a mayúsculas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603504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6035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Devuelve 3 mancos peligrosos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A0F2E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Consulta Estrella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MapReduce · ranking de juegos tóxicos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A0F2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828800"/>
            <a:ext cx="5349240" cy="4572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— emite (clave, valor) por documento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(doc)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(doc.juego_jugado &amp;&amp;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doc.nivel_de_rageo !== undefined)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emit(doc.juego_jugado,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incidentes: 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coste: doc.coste_estimado_destrozos_eur || 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rageo_total: doc.nivel_de_rageo,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rageo_max: doc.nivel_de_rageo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166360" cy="4389120"/>
          </a:xfrm>
          <a:prstGeom prst="roundRect">
            <a:avLst>
              <a:gd name="adj" fmla="val 1667"/>
            </a:avLst>
          </a:prstGeom>
          <a:solidFill>
            <a:srgbClr val="1A0F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1828800"/>
            <a:ext cx="516636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8288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— agrega valores por clave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4800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(keys, values, rereduce)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r = { incidentes: 0, coste_total: 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rageo_total: 0, rageo_max: 0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values.forEach(function (v)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r.incidentes  += v.incidentes;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r.coste_total += v.coste;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r.rageo_total += v.rageo_total;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(v.rageo_max &gt; r.rageo_max)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r.rageo_max = v.rageo_max;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r.coste_medio = r.coste_total / r.incidentes;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r.rageo_medio = r.rageo_total / r.incidentes;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6355080"/>
            <a:ext cx="10698480" cy="36576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incremental: al modificar un manco, CouchDB recalcula solo lo afectado, no toda la base.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Conclusiones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nos llevamos del proyecto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2A1B4A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77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64008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611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no es SQL peor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94360" y="4297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filosofía distinta. CouchDB no obliga a normalizar, pero exige pensar bien el modelo desde el día uno.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219456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2A1B4A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377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4526280" y="3474720"/>
            <a:ext cx="6400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611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_rev es sagrado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26280" y="4297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nos costó: entender que toda actualización exige el _rev actual. Es MVCC, no es un bug, es una garantía.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83880" y="219456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2A1B4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377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20" name="Shape 18"/>
          <p:cNvSpPr/>
          <p:nvPr/>
        </p:nvSpPr>
        <p:spPr>
          <a:xfrm>
            <a:off x="8458200" y="3474720"/>
            <a:ext cx="64008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3611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hace milagros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58200" y="4297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la base de datos en un comando. Si algo se rompe, se borra el contenedor y se vuelve a crear. Productivo desde el minuto cero.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A0F2E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Conclusiones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CouchDB?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11680"/>
            <a:ext cx="534924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IDEAL PARA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offline-first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sigue trabajando sin conexión y sincroniza al volver.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heterogéneos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puede tener campos distintos sin migraciones.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entre dispositivos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replicación bidireccional es ciudadana de primera clase.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201168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011680"/>
            <a:ext cx="516636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01168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EVITAR EN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bancarias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consistencia inmediata es innegociable. Aquí PostgreSQL gana.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en tiempo real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puedes vender la misma plaza dos veces; necesitas locks reales.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complejos y reportes SQL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modelo es relacional puro, ir contra la corriente sale caro.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274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11064240" y="274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983480" y="3749040"/>
            <a:ext cx="219456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vuestra atención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 </a:t>
            </a:r>
            <a:pPr algn="ctr" indent="0" marL="0">
              <a:buNone/>
            </a:pPr>
            <a:r>
              <a:rPr lang="en-US" sz="1600" dirty="0">
                <a:solidFill>
                  <a:srgbClr val="B8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El Desafío NoSQL  ·  CouchDB + Flutter  ·  CIFP Villa de Agüimes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Desafío NoSQL — CouchDB</dc:title>
  <dc:subject>PptxGenJS Presentation</dc:subject>
  <dc:creator>David &amp; Ancor</dc:creator>
  <cp:lastModifiedBy>David &amp; Ancor</cp:lastModifiedBy>
  <cp:revision>1</cp:revision>
  <dcterms:created xsi:type="dcterms:W3CDTF">2026-05-04T21:46:06Z</dcterms:created>
  <dcterms:modified xsi:type="dcterms:W3CDTF">2026-05-04T21:46:06Z</dcterms:modified>
</cp:coreProperties>
</file>